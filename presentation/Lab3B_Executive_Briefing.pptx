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controls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API Authentication Bypass</c:v>
                  </c:pt>
                  <c:pt idx="1">
                    <c:v>Database Injection</c:v>
                  </c:pt>
                  <c:pt idx="2">
                    <c:v>Session Hijacking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750000</c:v>
                </c:pt>
                <c:pt idx="1">
                  <c:v>31250000</c:v>
                </c:pt>
                <c:pt idx="2">
                  <c:v>3000000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controls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API Authentication Bypass</c:v>
                  </c:pt>
                  <c:pt idx="1">
                    <c:v>Database Injection</c:v>
                  </c:pt>
                  <c:pt idx="2">
                    <c:v>Session Hijacking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75000</c:v>
                </c:pt>
                <c:pt idx="1">
                  <c:v>7812500</c:v>
                </c:pt>
                <c:pt idx="2">
                  <c:v>150000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SecureBank | Lab 3B | Chioma Ameh C11/26/CGRCE/17567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Cyber Risk Quantification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2"/>
                </a:solidFill>
              </a:rPr>
              <a:t>Executive briefing for the CISO and CFO: SecureBank mobile banking platform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</a:rPr>
              <a:t>Chioma Ameh | C11/26/CGRCE/17567 | GRC103 Lab 3B | 29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exposed to about $35.0M a year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280160"/>
                <a:gridCol w="182880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incident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Chance per 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loss / 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Injection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$125,000,000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$31,250,000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Hijacking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Authentication Bypass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77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Database injection alone is 89% of the exposure: one incident costs $125M and we expect one about every four years.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controls remove 77% of that exposure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3716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$35.00M to $8.04M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yearly exposure before and after controls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$26,962,500 a year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risk removed ($26,857,500 after running costs)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is large, and the WAF leads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65176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WAF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</a:rPr>
              <a:t>13,293%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Year-1 ROI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2.3 days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payback  |  cost $150,000 + $25,000/yr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265176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MFA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</a:rPr>
              <a:t>1,139%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Year-1 ROI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25.9 days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payback  |  cost $200,000 + $30,000/yr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265176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API Gateway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</a:rPr>
              <a:t>69%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Year-1 ROI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6.7 months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payback  |  cost $350,000 + $50,000/yr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Whole programme: $700,000 up front, Year-1 ROI 3,249%, paid back in about 9.5 days.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budget is capped, buy WAF + MFA first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228600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limit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selection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removed / 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maximum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WAF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$23,437,500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WAF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$23,437,500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WAF + MFA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$26,287,500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WAF + MFA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$26,287,500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WAF + MFA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$26,287,500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three controls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$26,962,500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At $350,000 WAF + MFA already removes 97.5% of what all three controls achieve. The API gateway adds $675,000 a year but only fits once the budget reaches $700,000, so it can wait until Year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30 days, 90 days, one year</a:t>
            </a:r>
            <a:endParaRPr lang="en-US" sz="2400" dirty="0"/>
          </a:p>
        </p:txBody>
      </p:sp>
      <p:pic>
        <p:nvPicPr>
          <p:cNvPr id="3" name="Image 0" descr="/mnt/user-data/outputs/charts/10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7863840" cy="3776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Approve $700,000 capital and $105,000 a year for WAF, MFA and the API gateway, funded in that order.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spending is capped at $500,000, approve WAF + MFA now ($350,000) and revisit the API gateway in Year 2.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Name an owner for each Priority 1 action in the first 30 days.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Re-test and re-quantify after 12 months to confirm the controls work as assumed.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Read as estimates: probability is treated as a yearly rate, loss and effectiveness figures come from the lab sheet, and MFA's 95% may be optimistic for stolen sessions. Full assumptions are in the report.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Brief">
  <a:themeElements>
    <a:clrScheme name="RiskBrief">
      <a:dk1>
        <a:srgbClr val="222222"/>
      </a:dk1>
      <a:lt1>
        <a:srgbClr val="FFFFFF"/>
      </a:lt1>
      <a:dk2>
        <a:srgbClr val="1F3864"/>
      </a:dk2>
      <a:lt2>
        <a:srgbClr val="EEF3F9"/>
      </a:lt2>
      <a:accent1>
        <a:srgbClr val="1F3864"/>
      </a:accent1>
      <a:accent2>
        <a:srgbClr val="2E86C1"/>
      </a:accent2>
      <a:accent3>
        <a:srgbClr val="C0392B"/>
      </a:accent3>
      <a:accent4>
        <a:srgbClr val="27AE60"/>
      </a:accent4>
      <a:accent5>
        <a:srgbClr val="F39C12"/>
      </a:accent5>
      <a:accent6>
        <a:srgbClr val="7F8C8D"/>
      </a:accent6>
      <a:hlink>
        <a:srgbClr val="2E86C1"/>
      </a:hlink>
      <a:folHlink>
        <a:srgbClr val="7F8C8D"/>
      </a:folHlink>
    </a:clrScheme>
    <a:fontScheme name="RiskBrief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3B Executive Briefing</dc:title>
  <dc:subject>PptxGenJS Presentation</dc:subject>
  <dc:creator>Chioma Ameh</dc:creator>
  <cp:lastModifiedBy>Chioma Ameh</cp:lastModifiedBy>
  <cp:revision>1</cp:revision>
  <dcterms:created xsi:type="dcterms:W3CDTF">2026-10-31T08:11:32Z</dcterms:created>
  <dcterms:modified xsi:type="dcterms:W3CDTF">2026-10-31T08:11:32Z</dcterms:modified>
</cp:coreProperties>
</file>